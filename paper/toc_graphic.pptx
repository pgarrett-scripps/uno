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943600" cy="3200400"/>
  <p:notesSz cx="3200400" cy="5943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7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2A37"/>
                </a:solidFill>
                <a:latin typeface="Calibri"/>
              </a:rPr>
              <a:t>proteins at 1% entrapment FDR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uno</c:v>
                </c:pt>
              </c:strCache>
            </c:strRef>
          </c:tx>
          <c:spPr>
            <a:solidFill>
              <a:srgbClr val="D94F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09746</c:v>
                  </c:pt>
                  <c:pt idx="1">
                    <c:v>09766</c:v>
                  </c:pt>
                  <c:pt idx="2">
                    <c:v>09734</c:v>
                  </c:pt>
                  <c:pt idx="3">
                    <c:v>09778</c:v>
                  </c:pt>
                  <c:pt idx="4">
                    <c:v>09950</c:v>
                  </c:pt>
                  <c:pt idx="5">
                    <c:v>05433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808</c:v>
                </c:pt>
                <c:pt idx="1">
                  <c:v>742</c:v>
                </c:pt>
                <c:pt idx="2">
                  <c:v>957</c:v>
                </c:pt>
                <c:pt idx="3">
                  <c:v>1230</c:v>
                </c:pt>
                <c:pt idx="4">
                  <c:v>1429</c:v>
                </c:pt>
                <c:pt idx="5">
                  <c:v>2145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ms1searchpy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09746</c:v>
                  </c:pt>
                  <c:pt idx="1">
                    <c:v>09766</c:v>
                  </c:pt>
                  <c:pt idx="2">
                    <c:v>09734</c:v>
                  </c:pt>
                  <c:pt idx="3">
                    <c:v>09778</c:v>
                  </c:pt>
                  <c:pt idx="4">
                    <c:v>09950</c:v>
                  </c:pt>
                  <c:pt idx="5">
                    <c:v>05433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830</c:v>
                </c:pt>
                <c:pt idx="1">
                  <c:v>804</c:v>
                </c:pt>
                <c:pt idx="2">
                  <c:v>880</c:v>
                </c:pt>
                <c:pt idx="3">
                  <c:v>1173</c:v>
                </c:pt>
                <c:pt idx="4">
                  <c:v>1279</c:v>
                </c:pt>
                <c:pt idx="5">
                  <c:v>1483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JPR TOC graphic drawn at 2x the 3.25 x 1.75 in print box; type sizes are 2x printed size. Export at 300+ dpi and scale to 50%.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56032" y="109728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4F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uno</a:t>
            </a:r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fast MS1-only protein identification in Rust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56032" y="512064"/>
            <a:ext cx="2240280" cy="960120"/>
          </a:xfrm>
          <a:prstGeom prst="roundRect">
            <a:avLst>
              <a:gd name="adj" fmla="val 4762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47472" y="548640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 feature map, one run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03504" y="1325880"/>
            <a:ext cx="1783080" cy="0"/>
          </a:xfrm>
          <a:prstGeom prst="line">
            <a:avLst/>
          </a:prstGeom>
          <a:noFill/>
          <a:ln w="12700">
            <a:solidFill>
              <a:srgbClr val="C7C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740664"/>
            <a:ext cx="0" cy="585216"/>
          </a:xfrm>
          <a:prstGeom prst="line">
            <a:avLst/>
          </a:prstGeom>
          <a:noFill/>
          <a:ln w="12700">
            <a:solidFill>
              <a:srgbClr val="C7C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3464" y="740664"/>
            <a:ext cx="301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m/z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03504" y="133502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time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80007" y="977959"/>
            <a:ext cx="10359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0" name="Shape 8"/>
          <p:cNvSpPr/>
          <p:nvPr/>
        </p:nvSpPr>
        <p:spPr>
          <a:xfrm>
            <a:off x="1778671" y="1175427"/>
            <a:ext cx="73509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7390" y="1068230"/>
            <a:ext cx="51001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2" name="Shape 10"/>
          <p:cNvSpPr/>
          <p:nvPr/>
        </p:nvSpPr>
        <p:spPr>
          <a:xfrm>
            <a:off x="1781414" y="1102918"/>
            <a:ext cx="8241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21321" y="880989"/>
            <a:ext cx="66234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08992" y="892516"/>
            <a:ext cx="89126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5" name="Shape 13"/>
          <p:cNvSpPr/>
          <p:nvPr/>
        </p:nvSpPr>
        <p:spPr>
          <a:xfrm>
            <a:off x="2151029" y="949288"/>
            <a:ext cx="8323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9909" y="1186103"/>
            <a:ext cx="81586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599" y="843351"/>
            <a:ext cx="7085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40665" y="1234338"/>
            <a:ext cx="60746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19" name="Shape 17"/>
          <p:cNvSpPr/>
          <p:nvPr/>
        </p:nvSpPr>
        <p:spPr>
          <a:xfrm>
            <a:off x="1552711" y="936371"/>
            <a:ext cx="5279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0" name="Shape 18"/>
          <p:cNvSpPr/>
          <p:nvPr/>
        </p:nvSpPr>
        <p:spPr>
          <a:xfrm>
            <a:off x="1274686" y="819950"/>
            <a:ext cx="79946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1" name="Shape 19"/>
          <p:cNvSpPr/>
          <p:nvPr/>
        </p:nvSpPr>
        <p:spPr>
          <a:xfrm>
            <a:off x="1115467" y="1223301"/>
            <a:ext cx="7741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2" name="Shape 20"/>
          <p:cNvSpPr/>
          <p:nvPr/>
        </p:nvSpPr>
        <p:spPr>
          <a:xfrm>
            <a:off x="1306412" y="1035052"/>
            <a:ext cx="9305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3" name="Shape 21"/>
          <p:cNvSpPr/>
          <p:nvPr/>
        </p:nvSpPr>
        <p:spPr>
          <a:xfrm>
            <a:off x="1483908" y="1173096"/>
            <a:ext cx="103581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4" name="Shape 22"/>
          <p:cNvSpPr/>
          <p:nvPr/>
        </p:nvSpPr>
        <p:spPr>
          <a:xfrm>
            <a:off x="829275" y="1226379"/>
            <a:ext cx="114477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5" name="Shape 23"/>
          <p:cNvSpPr/>
          <p:nvPr/>
        </p:nvSpPr>
        <p:spPr>
          <a:xfrm>
            <a:off x="1444107" y="1140036"/>
            <a:ext cx="10110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6" name="Shape 24"/>
          <p:cNvSpPr/>
          <p:nvPr/>
        </p:nvSpPr>
        <p:spPr>
          <a:xfrm>
            <a:off x="869679" y="987490"/>
            <a:ext cx="6503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2150" y="866432"/>
            <a:ext cx="98809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604" y="1235881"/>
            <a:ext cx="7532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3091" y="876485"/>
            <a:ext cx="5330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9377" y="1077763"/>
            <a:ext cx="66107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1" name="Shape 29"/>
          <p:cNvSpPr/>
          <p:nvPr/>
        </p:nvSpPr>
        <p:spPr>
          <a:xfrm>
            <a:off x="1611801" y="1161994"/>
            <a:ext cx="101624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2" name="Shape 30"/>
          <p:cNvSpPr/>
          <p:nvPr/>
        </p:nvSpPr>
        <p:spPr>
          <a:xfrm>
            <a:off x="1771597" y="800589"/>
            <a:ext cx="104393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3" name="Shape 31"/>
          <p:cNvSpPr/>
          <p:nvPr/>
        </p:nvSpPr>
        <p:spPr>
          <a:xfrm>
            <a:off x="632149" y="778931"/>
            <a:ext cx="9687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4" name="Shape 32"/>
          <p:cNvSpPr/>
          <p:nvPr/>
        </p:nvSpPr>
        <p:spPr>
          <a:xfrm>
            <a:off x="1288805" y="918464"/>
            <a:ext cx="6109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5" name="Shape 33"/>
          <p:cNvSpPr/>
          <p:nvPr/>
        </p:nvSpPr>
        <p:spPr>
          <a:xfrm>
            <a:off x="1722100" y="805135"/>
            <a:ext cx="48116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781" y="1002873"/>
            <a:ext cx="4925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85063" y="874979"/>
            <a:ext cx="81084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8" name="Shape 36"/>
          <p:cNvSpPr/>
          <p:nvPr/>
        </p:nvSpPr>
        <p:spPr>
          <a:xfrm>
            <a:off x="2034212" y="953340"/>
            <a:ext cx="7101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1974" y="979171"/>
            <a:ext cx="65477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0" name="Shape 38"/>
          <p:cNvSpPr/>
          <p:nvPr/>
        </p:nvSpPr>
        <p:spPr>
          <a:xfrm>
            <a:off x="678495" y="1155377"/>
            <a:ext cx="117509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1" name="Shape 39"/>
          <p:cNvSpPr/>
          <p:nvPr/>
        </p:nvSpPr>
        <p:spPr>
          <a:xfrm>
            <a:off x="1068126" y="818675"/>
            <a:ext cx="9579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2" name="Shape 40"/>
          <p:cNvSpPr/>
          <p:nvPr/>
        </p:nvSpPr>
        <p:spPr>
          <a:xfrm>
            <a:off x="1587922" y="860093"/>
            <a:ext cx="11757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3" name="Shape 41"/>
          <p:cNvSpPr/>
          <p:nvPr/>
        </p:nvSpPr>
        <p:spPr>
          <a:xfrm>
            <a:off x="938779" y="986244"/>
            <a:ext cx="9977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49864" y="831652"/>
            <a:ext cx="7928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5" name="Shape 43"/>
          <p:cNvSpPr/>
          <p:nvPr/>
        </p:nvSpPr>
        <p:spPr>
          <a:xfrm>
            <a:off x="987329" y="961049"/>
            <a:ext cx="106147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6" name="Shape 44"/>
          <p:cNvSpPr/>
          <p:nvPr/>
        </p:nvSpPr>
        <p:spPr>
          <a:xfrm>
            <a:off x="1508669" y="879691"/>
            <a:ext cx="7164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7" name="Shape 45"/>
          <p:cNvSpPr/>
          <p:nvPr/>
        </p:nvSpPr>
        <p:spPr>
          <a:xfrm>
            <a:off x="2190900" y="1024922"/>
            <a:ext cx="103907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8" name="Shape 46"/>
          <p:cNvSpPr/>
          <p:nvPr/>
        </p:nvSpPr>
        <p:spPr>
          <a:xfrm>
            <a:off x="1735685" y="783471"/>
            <a:ext cx="8779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49" name="Shape 47"/>
          <p:cNvSpPr/>
          <p:nvPr/>
        </p:nvSpPr>
        <p:spPr>
          <a:xfrm>
            <a:off x="654706" y="878563"/>
            <a:ext cx="108933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0" name="Shape 48"/>
          <p:cNvSpPr/>
          <p:nvPr/>
        </p:nvSpPr>
        <p:spPr>
          <a:xfrm>
            <a:off x="1899940" y="991449"/>
            <a:ext cx="57603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8010" y="997820"/>
            <a:ext cx="92418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2" name="Shape 50"/>
          <p:cNvSpPr/>
          <p:nvPr/>
        </p:nvSpPr>
        <p:spPr>
          <a:xfrm>
            <a:off x="1906274" y="955104"/>
            <a:ext cx="64080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3" name="Shape 51"/>
          <p:cNvSpPr/>
          <p:nvPr/>
        </p:nvSpPr>
        <p:spPr>
          <a:xfrm>
            <a:off x="2231885" y="1229616"/>
            <a:ext cx="11167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4" name="Shape 52"/>
          <p:cNvSpPr/>
          <p:nvPr/>
        </p:nvSpPr>
        <p:spPr>
          <a:xfrm>
            <a:off x="936120" y="780745"/>
            <a:ext cx="7890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5" name="Shape 53"/>
          <p:cNvSpPr/>
          <p:nvPr/>
        </p:nvSpPr>
        <p:spPr>
          <a:xfrm>
            <a:off x="1577850" y="977245"/>
            <a:ext cx="105095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6" name="Shape 54"/>
          <p:cNvSpPr/>
          <p:nvPr/>
        </p:nvSpPr>
        <p:spPr>
          <a:xfrm>
            <a:off x="2006038" y="995008"/>
            <a:ext cx="108272" cy="20117"/>
          </a:xfrm>
          <a:prstGeom prst="roundRect">
            <a:avLst>
              <a:gd name="adj" fmla="val 2272705"/>
            </a:avLst>
          </a:prstGeom>
          <a:solidFill>
            <a:srgbClr val="D3D9E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38266" y="780345"/>
            <a:ext cx="151006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58" name="Shape 56"/>
          <p:cNvSpPr/>
          <p:nvPr/>
        </p:nvSpPr>
        <p:spPr>
          <a:xfrm>
            <a:off x="873177" y="816187"/>
            <a:ext cx="83473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59" name="Shape 57"/>
          <p:cNvSpPr/>
          <p:nvPr/>
        </p:nvSpPr>
        <p:spPr>
          <a:xfrm>
            <a:off x="1259156" y="1224869"/>
            <a:ext cx="139808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60" name="Shape 58"/>
          <p:cNvSpPr/>
          <p:nvPr/>
        </p:nvSpPr>
        <p:spPr>
          <a:xfrm>
            <a:off x="735046" y="1059638"/>
            <a:ext cx="98179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61" name="Shape 59"/>
          <p:cNvSpPr/>
          <p:nvPr/>
        </p:nvSpPr>
        <p:spPr>
          <a:xfrm>
            <a:off x="1341360" y="1216998"/>
            <a:ext cx="101761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62" name="Shape 60"/>
          <p:cNvSpPr/>
          <p:nvPr/>
        </p:nvSpPr>
        <p:spPr>
          <a:xfrm>
            <a:off x="957237" y="822344"/>
            <a:ext cx="113549" cy="29261"/>
          </a:xfrm>
          <a:prstGeom prst="roundRect">
            <a:avLst>
              <a:gd name="adj" fmla="val 1562489"/>
            </a:avLst>
          </a:prstGeom>
          <a:solidFill>
            <a:srgbClr val="D94F1E"/>
          </a:solidFill>
          <a:ln/>
        </p:spPr>
      </p:sp>
      <p:sp>
        <p:nvSpPr>
          <p:cNvPr id="63" name="Shape 61"/>
          <p:cNvSpPr/>
          <p:nvPr/>
        </p:nvSpPr>
        <p:spPr>
          <a:xfrm>
            <a:off x="1935576" y="1121332"/>
            <a:ext cx="87804" cy="29261"/>
          </a:xfrm>
          <a:prstGeom prst="roundRect">
            <a:avLst>
              <a:gd name="adj" fmla="val 1562489"/>
            </a:avLst>
          </a:prstGeom>
          <a:solidFill>
            <a:srgbClr val="1B7F79"/>
          </a:solidFill>
          <a:ln/>
        </p:spPr>
      </p:sp>
      <p:sp>
        <p:nvSpPr>
          <p:cNvPr id="64" name="Shape 62"/>
          <p:cNvSpPr/>
          <p:nvPr/>
        </p:nvSpPr>
        <p:spPr>
          <a:xfrm>
            <a:off x="946494" y="822705"/>
            <a:ext cx="128992" cy="29261"/>
          </a:xfrm>
          <a:prstGeom prst="roundRect">
            <a:avLst>
              <a:gd name="adj" fmla="val 1562489"/>
            </a:avLst>
          </a:prstGeom>
          <a:solidFill>
            <a:srgbClr val="1B7F79"/>
          </a:solidFill>
          <a:ln/>
        </p:spPr>
      </p:sp>
      <p:sp>
        <p:nvSpPr>
          <p:cNvPr id="65" name="Shape 63"/>
          <p:cNvSpPr/>
          <p:nvPr/>
        </p:nvSpPr>
        <p:spPr>
          <a:xfrm>
            <a:off x="651157" y="799314"/>
            <a:ext cx="152294" cy="29261"/>
          </a:xfrm>
          <a:prstGeom prst="roundRect">
            <a:avLst>
              <a:gd name="adj" fmla="val 1562489"/>
            </a:avLst>
          </a:prstGeom>
          <a:solidFill>
            <a:srgbClr val="1B7F79"/>
          </a:solidFill>
          <a:ln/>
        </p:spPr>
      </p:sp>
      <p:sp>
        <p:nvSpPr>
          <p:cNvPr id="66" name="Shape 64"/>
          <p:cNvSpPr/>
          <p:nvPr/>
        </p:nvSpPr>
        <p:spPr>
          <a:xfrm>
            <a:off x="1430310" y="990090"/>
            <a:ext cx="116764" cy="29261"/>
          </a:xfrm>
          <a:prstGeom prst="roundRect">
            <a:avLst>
              <a:gd name="adj" fmla="val 1562489"/>
            </a:avLst>
          </a:prstGeom>
          <a:solidFill>
            <a:srgbClr val="1B7F79"/>
          </a:solidFill>
          <a:ln/>
        </p:spPr>
      </p:sp>
      <p:sp>
        <p:nvSpPr>
          <p:cNvPr id="67" name="Shape 65"/>
          <p:cNvSpPr/>
          <p:nvPr/>
        </p:nvSpPr>
        <p:spPr>
          <a:xfrm>
            <a:off x="1832891" y="941618"/>
            <a:ext cx="116050" cy="29261"/>
          </a:xfrm>
          <a:prstGeom prst="roundRect">
            <a:avLst>
              <a:gd name="adj" fmla="val 1562489"/>
            </a:avLst>
          </a:prstGeom>
          <a:solidFill>
            <a:srgbClr val="1B7F79"/>
          </a:solidFill>
          <a:ln/>
        </p:spPr>
      </p:sp>
      <p:sp>
        <p:nvSpPr>
          <p:cNvPr id="68" name="Shape 66"/>
          <p:cNvSpPr/>
          <p:nvPr/>
        </p:nvSpPr>
        <p:spPr>
          <a:xfrm>
            <a:off x="2084981" y="976149"/>
            <a:ext cx="116327" cy="29261"/>
          </a:xfrm>
          <a:prstGeom prst="roundRect">
            <a:avLst>
              <a:gd name="adj" fmla="val 1562489"/>
            </a:avLst>
          </a:prstGeom>
          <a:solidFill>
            <a:srgbClr val="3B5BA5"/>
          </a:solidFill>
          <a:ln/>
        </p:spPr>
      </p:sp>
      <p:sp>
        <p:nvSpPr>
          <p:cNvPr id="69" name="Shape 67"/>
          <p:cNvSpPr/>
          <p:nvPr/>
        </p:nvSpPr>
        <p:spPr>
          <a:xfrm>
            <a:off x="978702" y="1088063"/>
            <a:ext cx="144538" cy="29261"/>
          </a:xfrm>
          <a:prstGeom prst="roundRect">
            <a:avLst>
              <a:gd name="adj" fmla="val 1562489"/>
            </a:avLst>
          </a:prstGeom>
          <a:solidFill>
            <a:srgbClr val="3B5BA5"/>
          </a:solidFill>
          <a:ln/>
        </p:spPr>
      </p:sp>
      <p:sp>
        <p:nvSpPr>
          <p:cNvPr id="70" name="Shape 68"/>
          <p:cNvSpPr/>
          <p:nvPr/>
        </p:nvSpPr>
        <p:spPr>
          <a:xfrm>
            <a:off x="751553" y="932030"/>
            <a:ext cx="102495" cy="29261"/>
          </a:xfrm>
          <a:prstGeom prst="roundRect">
            <a:avLst>
              <a:gd name="adj" fmla="val 1562489"/>
            </a:avLst>
          </a:prstGeom>
          <a:solidFill>
            <a:srgbClr val="3B5BA5"/>
          </a:solidFill>
          <a:ln/>
        </p:spPr>
      </p:sp>
      <p:sp>
        <p:nvSpPr>
          <p:cNvPr id="71" name="Shape 69"/>
          <p:cNvSpPr/>
          <p:nvPr/>
        </p:nvSpPr>
        <p:spPr>
          <a:xfrm>
            <a:off x="1376172" y="1508760"/>
            <a:ext cx="0" cy="146304"/>
          </a:xfrm>
          <a:prstGeom prst="line">
            <a:avLst/>
          </a:prstGeom>
          <a:noFill/>
          <a:ln w="28575">
            <a:solidFill>
              <a:srgbClr val="D94F1E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256032" y="1691640"/>
            <a:ext cx="2240280" cy="1252728"/>
          </a:xfrm>
          <a:prstGeom prst="roundRect">
            <a:avLst>
              <a:gd name="adj" fmla="val 3650"/>
            </a:avLst>
          </a:prstGeom>
          <a:solidFill>
            <a:srgbClr val="F2F4F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47472" y="1728216"/>
            <a:ext cx="2057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binomial protein score</a:t>
            </a:r>
            <a:endParaRPr lang="en-US" sz="1100" dirty="0"/>
          </a:p>
        </p:txBody>
      </p:sp>
      <p:sp>
        <p:nvSpPr>
          <p:cNvPr id="74" name="Text 72"/>
          <p:cNvSpPr txBox="1"/>
          <p:nvPr/>
        </p:nvSpPr>
        <p:spPr>
          <a:xfrm>
            <a:off x="347472" y="188366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−log₁₀ P(X ≥ k | n, p)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887671" y="2057400"/>
            <a:ext cx="0" cy="713232"/>
          </a:xfrm>
          <a:prstGeom prst="line">
            <a:avLst/>
          </a:prstGeom>
          <a:noFill/>
          <a:ln w="15875">
            <a:solidFill>
              <a:srgbClr val="1F2A37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>
            <a:off x="402336" y="2103120"/>
            <a:ext cx="1308295" cy="82296"/>
          </a:xfrm>
          <a:prstGeom prst="roundRect">
            <a:avLst>
              <a:gd name="adj" fmla="val 388889"/>
            </a:avLst>
          </a:prstGeom>
          <a:solidFill>
            <a:srgbClr val="D94F1E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2075688" y="208026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12.4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02336" y="2240280"/>
            <a:ext cx="960120" cy="82296"/>
          </a:xfrm>
          <a:prstGeom prst="roundRect">
            <a:avLst>
              <a:gd name="adj" fmla="val 388889"/>
            </a:avLst>
          </a:prstGeom>
          <a:solidFill>
            <a:srgbClr val="1B7F79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2075688" y="221742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02336" y="2377440"/>
            <a:ext cx="717452" cy="82296"/>
          </a:xfrm>
          <a:prstGeom prst="roundRect">
            <a:avLst>
              <a:gd name="adj" fmla="val 388889"/>
            </a:avLst>
          </a:prstGeom>
          <a:solidFill>
            <a:srgbClr val="3B5BA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075688" y="235458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02336" y="2514600"/>
            <a:ext cx="221566" cy="82296"/>
          </a:xfrm>
          <a:prstGeom prst="roundRect">
            <a:avLst>
              <a:gd name="adj" fmla="val 388889"/>
            </a:avLst>
          </a:prstGeom>
          <a:solidFill>
            <a:srgbClr val="FFFFFF"/>
          </a:solidFill>
          <a:ln w="12700">
            <a:solidFill>
              <a:srgbClr val="8F9AA6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69967" y="249174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2075688" y="249174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02336" y="2651760"/>
            <a:ext cx="126609" cy="82296"/>
          </a:xfrm>
          <a:prstGeom prst="roundRect">
            <a:avLst>
              <a:gd name="adj" fmla="val 388889"/>
            </a:avLst>
          </a:prstGeom>
          <a:solidFill>
            <a:srgbClr val="FFFFFF"/>
          </a:solidFill>
          <a:ln w="12700">
            <a:solidFill>
              <a:srgbClr val="8F9AA6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969967" y="262890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</a:t>
            </a:r>
            <a:endParaRPr lang="en-US" sz="850" dirty="0"/>
          </a:p>
        </p:txBody>
      </p:sp>
      <p:sp>
        <p:nvSpPr>
          <p:cNvPr id="87" name="Text 85"/>
          <p:cNvSpPr txBox="1"/>
          <p:nvPr/>
        </p:nvSpPr>
        <p:spPr>
          <a:xfrm>
            <a:off x="2075688" y="2628900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850" dirty="0"/>
          </a:p>
        </p:txBody>
      </p:sp>
      <p:sp>
        <p:nvSpPr>
          <p:cNvPr id="88" name="Text 86"/>
          <p:cNvSpPr txBox="1"/>
          <p:nvPr/>
        </p:nvSpPr>
        <p:spPr>
          <a:xfrm>
            <a:off x="347472" y="2788920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line: 1% FDR cutoff</a:t>
            </a:r>
            <a:endParaRPr lang="en-US" sz="850" dirty="0"/>
          </a:p>
        </p:txBody>
      </p:sp>
      <p:graphicFrame>
        <p:nvGraphicFramePr>
          <p:cNvPr id="89" name="Chart 0" descr=""/>
          <p:cNvGraphicFramePr/>
          <p:nvPr/>
        </p:nvGraphicFramePr>
        <p:xfrm>
          <a:off x="2788920" y="512064"/>
          <a:ext cx="2898648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0" name="Text 87"/>
          <p:cNvSpPr txBox="1"/>
          <p:nvPr/>
        </p:nvSpPr>
        <p:spPr>
          <a:xfrm>
            <a:off x="2788920" y="2542032"/>
            <a:ext cx="2898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DirectMS1 datasets, identical inputs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3.9–6.6× faster, half the memory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2026-09-11T20:13:32Z</dcterms:created>
  <dcterms:modified xsi:type="dcterms:W3CDTF">2026-09-11T20:13:32Z</dcterms:modified>
</cp:coreProperties>
</file>